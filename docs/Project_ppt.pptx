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714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90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035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859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99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7547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417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4345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680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002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0515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6033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631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325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888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2958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302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856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Brain Data Dream Generator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An AI-Powered Multimodal </a:t>
            </a:r>
            <a:r>
              <a:rPr dirty="0" err="1"/>
              <a:t>Neurodata</a:t>
            </a:r>
            <a:r>
              <a:rPr dirty="0"/>
              <a:t> Visualization and Report System</a:t>
            </a:r>
          </a:p>
          <a:p>
            <a:endParaRPr dirty="0"/>
          </a:p>
          <a:p>
            <a:r>
              <a:rPr dirty="0"/>
              <a:t>Salman S – 202</a:t>
            </a:r>
            <a:r>
              <a:rPr lang="en-US" dirty="0"/>
              <a:t>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pipeline for transforming neuroscience data into immersive dream-like experiences.</a:t>
            </a:r>
          </a:p>
          <a:p>
            <a:r>
              <a:t>Integrates MRI, EEG, iEEG, Neuropixels, scRNA-seq, Connectomics, Audio, Text.</a:t>
            </a:r>
          </a:p>
          <a:p>
            <a:r>
              <a:t>Outputs: Images, 360° VR videos, 3D models, automated PDF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Brain datasets are complex and hard to interpret.</a:t>
            </a:r>
          </a:p>
          <a:p>
            <a:r>
              <a:t>Solution: Dream-like, immersive representations inspired by human dreaming.</a:t>
            </a:r>
          </a:p>
          <a:p>
            <a:r>
              <a:t>Goal: Fuse multimodal data into visual, auditory, and interactive outputs.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Integrate multimodal brain-related datasets.</a:t>
            </a:r>
          </a:p>
          <a:p>
            <a:r>
              <a:rPr dirty="0"/>
              <a:t> Generate dream-like visualizations (images, videos).</a:t>
            </a:r>
          </a:p>
          <a:p>
            <a:r>
              <a:rPr dirty="0"/>
              <a:t> Produce VR-compatible and 3D representations.</a:t>
            </a:r>
          </a:p>
          <a:p>
            <a:r>
              <a:rPr dirty="0"/>
              <a:t> Automate dataset reporting in PDF.</a:t>
            </a:r>
          </a:p>
          <a:p>
            <a:r>
              <a:rPr dirty="0"/>
              <a:t> Demonstrate AI-based interpretability.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Methodology – Data Input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Input Sources: MRI, EEG/</a:t>
            </a:r>
            <a:r>
              <a:rPr dirty="0" err="1"/>
              <a:t>iEEG</a:t>
            </a:r>
            <a:r>
              <a:rPr dirty="0"/>
              <a:t>, </a:t>
            </a:r>
            <a:r>
              <a:rPr dirty="0" err="1"/>
              <a:t>Neuropixels</a:t>
            </a:r>
            <a:r>
              <a:rPr dirty="0"/>
              <a:t>, </a:t>
            </a:r>
            <a:r>
              <a:rPr dirty="0" err="1"/>
              <a:t>scRNA</a:t>
            </a:r>
            <a:r>
              <a:rPr dirty="0"/>
              <a:t>-seq, </a:t>
            </a:r>
            <a:r>
              <a:rPr dirty="0" err="1"/>
              <a:t>Connectomics</a:t>
            </a:r>
            <a:r>
              <a:rPr dirty="0"/>
              <a:t>, Audio, Text.</a:t>
            </a:r>
          </a:p>
          <a:p>
            <a:r>
              <a:rPr dirty="0"/>
              <a:t>Preprocessing Tools: </a:t>
            </a:r>
            <a:r>
              <a:rPr dirty="0" err="1"/>
              <a:t>nibabel</a:t>
            </a:r>
            <a:r>
              <a:rPr dirty="0"/>
              <a:t>, </a:t>
            </a:r>
            <a:r>
              <a:rPr dirty="0" err="1"/>
              <a:t>numpy</a:t>
            </a:r>
            <a:r>
              <a:rPr dirty="0"/>
              <a:t>, pandas, </a:t>
            </a:r>
            <a:r>
              <a:rPr dirty="0" err="1"/>
              <a:t>scanpy</a:t>
            </a:r>
            <a:r>
              <a:rPr dirty="0"/>
              <a:t>.</a:t>
            </a:r>
          </a:p>
          <a:p>
            <a:r>
              <a:rPr dirty="0"/>
              <a:t>Steps: Format conversion, signal/image normalization.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Methodology – Generative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Image Generation → Dream-like visualizations.</a:t>
            </a:r>
          </a:p>
          <a:p>
            <a:r>
              <a:rPr dirty="0"/>
              <a:t>Video Generation → 360° immersive outputs.</a:t>
            </a:r>
          </a:p>
          <a:p>
            <a:r>
              <a:rPr dirty="0"/>
              <a:t>VR Model Generation → 3D interactable brain datasets.</a:t>
            </a:r>
          </a:p>
          <a:p>
            <a:r>
              <a:rPr dirty="0"/>
              <a:t>Audio Integration → Music/sounds from brain signals.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&amp; Visualization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Automated PDF reports using </a:t>
            </a:r>
            <a:r>
              <a:rPr dirty="0" err="1"/>
              <a:t>ReportLab</a:t>
            </a:r>
            <a:r>
              <a:rPr dirty="0"/>
              <a:t>.</a:t>
            </a:r>
          </a:p>
          <a:p>
            <a:r>
              <a:rPr dirty="0"/>
              <a:t>Visualizations with Matplotlib, </a:t>
            </a:r>
            <a:r>
              <a:rPr dirty="0" err="1"/>
              <a:t>Plotly</a:t>
            </a:r>
            <a:r>
              <a:rPr dirty="0"/>
              <a:t>, 3D libraries.</a:t>
            </a:r>
          </a:p>
          <a:p>
            <a:r>
              <a:rPr dirty="0"/>
              <a:t>End-to-end AI-driven pipeline for brain dataset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Dream-like Images generated from brain signals.</a:t>
            </a:r>
          </a:p>
          <a:p>
            <a:r>
              <a:rPr dirty="0"/>
              <a:t>360° immersive videos for VR headsets.</a:t>
            </a:r>
          </a:p>
          <a:p>
            <a:r>
              <a:rPr dirty="0"/>
              <a:t>3D dataset reconstructions for exploration.</a:t>
            </a:r>
          </a:p>
          <a:p>
            <a:r>
              <a:rPr dirty="0"/>
              <a:t>Automated dataset report with images + summaries.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Neuroscience Research → intuitive data visualization.</a:t>
            </a:r>
          </a:p>
          <a:p>
            <a:r>
              <a:rPr dirty="0"/>
              <a:t>Medical Education → teaching tool for students.</a:t>
            </a:r>
          </a:p>
          <a:p>
            <a:r>
              <a:rPr dirty="0"/>
              <a:t>Art + Science Fusion → artistic experiences.</a:t>
            </a:r>
          </a:p>
          <a:p>
            <a:r>
              <a:rPr dirty="0"/>
              <a:t>Mental Health &amp; Therapy → immersive neurofeedback.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Conclusion: AI bridges raw neuroscience data with human interpretability.</a:t>
            </a:r>
          </a:p>
          <a:p>
            <a:r>
              <a:rPr dirty="0"/>
              <a:t>Future Work:</a:t>
            </a:r>
          </a:p>
          <a:p>
            <a:r>
              <a:rPr dirty="0"/>
              <a:t>Real-time VR interaction.</a:t>
            </a:r>
          </a:p>
          <a:p>
            <a:r>
              <a:rPr dirty="0"/>
              <a:t>Brain-Computer Interface integration.</a:t>
            </a:r>
          </a:p>
          <a:p>
            <a:r>
              <a:rPr dirty="0"/>
              <a:t>Expansion to clinical datasets.</a:t>
            </a:r>
          </a:p>
          <a:p>
            <a:r>
              <a:rPr dirty="0"/>
              <a:t>Cloud-based collaboration for neuroscientists.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21</TotalTime>
  <Words>342</Words>
  <Application>Microsoft Office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Brain Data Dream Generator</vt:lpstr>
      <vt:lpstr>Abstract</vt:lpstr>
      <vt:lpstr>Introduction</vt:lpstr>
      <vt:lpstr>Objectives</vt:lpstr>
      <vt:lpstr>Methodology – Data Input &amp; Preprocessing</vt:lpstr>
      <vt:lpstr>Methodology – Generative Processing</vt:lpstr>
      <vt:lpstr>Report &amp; Visualization Tools</vt:lpstr>
      <vt:lpstr>Results</vt:lpstr>
      <vt:lpstr>Applications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Salman S</cp:lastModifiedBy>
  <cp:revision>2</cp:revision>
  <dcterms:created xsi:type="dcterms:W3CDTF">2013-01-27T09:14:16Z</dcterms:created>
  <dcterms:modified xsi:type="dcterms:W3CDTF">2025-09-30T18:28:03Z</dcterms:modified>
  <cp:category/>
</cp:coreProperties>
</file>